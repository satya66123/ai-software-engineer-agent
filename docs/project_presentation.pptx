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AI SOFTWARE ENGINEER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sz="2800" b="1" dirty="0">
              <a:latin typeface="Arial Rounded MT Bold" panose="020F0704030504030204" pitchFamily="34" charset="0"/>
            </a:endParaRPr>
          </a:p>
          <a:p>
            <a:r>
              <a:rPr lang="en-IN" sz="2800" b="1" dirty="0">
                <a:latin typeface="Arial Rounded MT Bold" panose="020F0704030504030204" pitchFamily="34" charset="0"/>
              </a:rPr>
              <a:t>By</a:t>
            </a:r>
          </a:p>
          <a:p>
            <a:r>
              <a:rPr lang="en-IN" sz="2800" b="1" dirty="0">
                <a:latin typeface="Arial Rounded MT Bold" panose="020F0704030504030204" pitchFamily="34" charset="0"/>
              </a:rPr>
              <a:t>                             N.</a:t>
            </a:r>
            <a:r>
              <a:rPr lang="en-IN" sz="2800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SATYA</a:t>
            </a:r>
            <a:r>
              <a:rPr lang="en-IN" sz="2800" b="1" dirty="0">
                <a:latin typeface="Arial Rounded MT Bold" panose="020F0704030504030204" pitchFamily="34" charset="0"/>
              </a:rPr>
              <a:t> SRINATH</a:t>
            </a:r>
            <a:endParaRPr sz="2800" b="1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</a:t>
            </a:r>
          </a:p>
          <a:p>
            <a:r>
              <a:t>Problem Statement</a:t>
            </a:r>
          </a:p>
          <a:p>
            <a:r>
              <a:t>Existing &amp; Proposed System</a:t>
            </a:r>
          </a:p>
          <a:p>
            <a:r>
              <a:t>Architecture</a:t>
            </a:r>
          </a:p>
          <a:p>
            <a:r>
              <a:t>RAG</a:t>
            </a:r>
          </a:p>
          <a:p>
            <a:r>
              <a:t>AI Agents</a:t>
            </a:r>
          </a:p>
          <a:p>
            <a:r>
              <a:t>Dashboard</a:t>
            </a:r>
          </a:p>
          <a:p>
            <a:r>
              <a:t>Reports</a:t>
            </a:r>
          </a:p>
          <a:p>
            <a:r>
              <a:t>Results</a:t>
            </a:r>
          </a:p>
          <a:p>
            <a:r>
              <a:t>Future Scope</a:t>
            </a:r>
          </a:p>
          <a:p>
            <a:endParaRPr/>
          </a:p>
          <a:p>
            <a:r>
              <a:t>Flow Diagram:</a:t>
            </a:r>
          </a:p>
          <a:p>
            <a:r>
              <a:t>Introduction</a:t>
            </a:r>
          </a:p>
          <a:p>
            <a:r>
              <a:t>Problem Statement</a:t>
            </a:r>
          </a:p>
          <a:p>
            <a:r>
              <a:t>Existing &amp; Proposed System</a:t>
            </a:r>
          </a:p>
          <a:p>
            <a:r>
              <a:t>Architecture</a:t>
            </a:r>
          </a:p>
          <a:p>
            <a:r>
              <a:t>RAG</a:t>
            </a:r>
          </a:p>
          <a:p>
            <a:r>
              <a:t>AI Agents</a:t>
            </a:r>
          </a:p>
          <a:p>
            <a:r>
              <a:t>Dashboard</a:t>
            </a:r>
          </a:p>
          <a:p>
            <a:r>
              <a:t>Reports</a:t>
            </a:r>
          </a:p>
          <a:p>
            <a:r>
              <a:t>Results</a:t>
            </a:r>
          </a:p>
          <a:p>
            <a:r>
              <a:t>Future Sc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Software Engineer Agent is an intelligent repository analysis platform that combines AI, RAG, and software engineering automation to help developers understand and improve codebases.</a:t>
            </a:r>
          </a:p>
          <a:p>
            <a:endParaRPr/>
          </a:p>
          <a:p>
            <a:r>
              <a:t>Flow Diagram:</a:t>
            </a:r>
          </a:p>
          <a:p>
            <a:r>
              <a:t>AI Software Engineer Agent is an intelligent repository analysis platform that combines AI, RAG, and software engineerin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Developers spend significant time understanding repositories, generating documentation, reviewing code, creating tests, and onboarding to projects.</a:t>
            </a:r>
          </a:p>
          <a:p>
            <a:endParaRPr/>
          </a:p>
          <a:p>
            <a:r>
              <a:t>Flow Diagram:</a:t>
            </a:r>
          </a:p>
          <a:p>
            <a:r>
              <a:t>Developers spend significant time understanding repositories, generating documentation, reviewing code, creating tests,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repository analysis, manual documentation, code reviews, and security checks increase development effort.</a:t>
            </a:r>
          </a:p>
          <a:p>
            <a:endParaRPr/>
          </a:p>
          <a:p>
            <a:r>
              <a:t>Flow Diagram:</a:t>
            </a:r>
          </a:p>
          <a:p>
            <a:r>
              <a:t>Manual repository analysis, manual documentation, code reviews, and security checks increase development effort.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Automates repository understanding using AI agents, RAG-based Q&amp;A, documentation generation, code review, and reporting.</a:t>
            </a:r>
          </a:p>
          <a:p>
            <a:endParaRPr/>
          </a:p>
          <a:p>
            <a:r>
              <a:t>Flow Diagram:</a:t>
            </a:r>
          </a:p>
          <a:p>
            <a:r>
              <a:t>Automates repository understanding using AI agents, RAG-based Q&amp;A, documentation generation, code review, and 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developer productivity, automate engineering tasks, reduce onboarding time, and provide intelligent repository insights.</a:t>
            </a:r>
          </a:p>
          <a:p>
            <a:endParaRPr/>
          </a:p>
          <a:p>
            <a:r>
              <a:t>Flow Diagram:</a:t>
            </a:r>
          </a:p>
          <a:p>
            <a:r>
              <a:t>Improve developer productivity, automate engineering tasks, reduce onboarding time, and provide intelligent repository 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Streamlit, Ollama, RAG, Vector Search, ReportLab, python-docx, GitHub Integration.</a:t>
            </a:r>
          </a:p>
          <a:p>
            <a:endParaRPr/>
          </a:p>
          <a:p>
            <a:r>
              <a:t>Flow Diagram:</a:t>
            </a:r>
          </a:p>
          <a:p>
            <a:r>
              <a:t>Python, Streamlit, Ollama, RAG, Vector Search, ReportLab, python-docx, GitHub Integration.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Streamlit UI → Repository Layer → RAG Layer → AI Agents → Analytics &amp; Export.</a:t>
            </a:r>
          </a:p>
          <a:p>
            <a:endParaRPr/>
          </a:p>
          <a:p>
            <a:r>
              <a:t>Flow Diagram:</a:t>
            </a:r>
          </a:p>
          <a:p>
            <a:r>
              <a:t>User → Streamlit UI → Repository Layer → RAG Layer → AI Agents → Analytics &amp; Export.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Level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Modular architecture with Repository Engine, RAG Engine, AI Agents, Analytics Layer, and Export Layer.</a:t>
            </a:r>
          </a:p>
          <a:p>
            <a:endParaRPr/>
          </a:p>
          <a:p>
            <a:r>
              <a:t>Flow Diagram:</a:t>
            </a:r>
          </a:p>
          <a:p>
            <a:r>
              <a:t>Modular architecture with Repository Engine, RAG Engine, AI Agents, Analytics Layer, and Export Layer.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Analysis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Validates URLs, clones repositories, scans files, detects languages, and generates statistics.</a:t>
            </a:r>
          </a:p>
          <a:p>
            <a:endParaRPr/>
          </a:p>
          <a:p>
            <a:r>
              <a:t>Flow Diagram:</a:t>
            </a:r>
          </a:p>
          <a:p>
            <a:r>
              <a:t>Validates URLs, clones repositories, scans files, detects languages, and generates statistics.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Files are chunked, embeddings generated, vectors stored, and relevant context retrieved for answering questions.</a:t>
            </a:r>
          </a:p>
          <a:p>
            <a:endParaRPr/>
          </a:p>
          <a:p>
            <a:r>
              <a:t>Flow Diagram:</a:t>
            </a:r>
          </a:p>
          <a:p>
            <a:r>
              <a:t>Files are chunked, embeddings generated, vectors stored, and relevant context retrieved for answering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Explainer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Explains functions, classes, workflows, inputs, outputs, and business logic.</a:t>
            </a:r>
          </a:p>
          <a:p>
            <a:endParaRPr/>
          </a:p>
          <a:p>
            <a:r>
              <a:t>Flow Diagram:</a:t>
            </a:r>
          </a:p>
          <a:p>
            <a:r>
              <a:t>Explains functions, classes, workflows, inputs, outputs, and business logic.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Creates technical documentation, API descriptions, and module summaries automatically.</a:t>
            </a:r>
          </a:p>
          <a:p>
            <a:endParaRPr/>
          </a:p>
          <a:p>
            <a:r>
              <a:t>Flow Diagram:</a:t>
            </a:r>
          </a:p>
          <a:p>
            <a:r>
              <a:t>Creates technical documentation, API descriptions, and module summaries automatically.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Finder &amp; Unit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Identifies issues and generates unit test cases to improve software quality.</a:t>
            </a:r>
          </a:p>
          <a:p>
            <a:endParaRPr/>
          </a:p>
          <a:p>
            <a:r>
              <a:t>Flow Diagram:</a:t>
            </a:r>
          </a:p>
          <a:p>
            <a:r>
              <a:t>Identifies issues and generates unit test cases to improve software quality.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Refactoring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Suggests cleaner, maintainable, and optimized code structures.</a:t>
            </a:r>
          </a:p>
          <a:p>
            <a:endParaRPr/>
          </a:p>
          <a:p>
            <a:r>
              <a:t>Flow Diagram:</a:t>
            </a:r>
          </a:p>
          <a:p>
            <a:r>
              <a:t>Suggests cleaner, maintainable, and optimized code structures.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Code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Dependency Analyzer, Architecture Analyzer, API Documentation Generator, Code Flow Analyzer, and Multi-File Analyzer.</a:t>
            </a:r>
          </a:p>
          <a:p>
            <a:endParaRPr/>
          </a:p>
          <a:p>
            <a:r>
              <a:t>Flow Diagram:</a:t>
            </a:r>
          </a:p>
          <a:p>
            <a:r>
              <a:t>Dependency Analyzer, Architecture Analyzer, API Documentation Generator, Code Flow Analyzer, and Multi-File Analyzer.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hardcoded secrets, vulnerabilities, risky coding patterns, and security issues.</a:t>
            </a:r>
          </a:p>
          <a:p>
            <a:endParaRPr/>
          </a:p>
          <a:p>
            <a:r>
              <a:t>Flow Diagram:</a:t>
            </a:r>
          </a:p>
          <a:p>
            <a:r>
              <a:t>Detects hardcoded secrets, vulnerabilities, risky coding patterns, and security issues.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Review &amp; PR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Reviews code quality, maintainability, best practices, and pull request readiness.</a:t>
            </a:r>
          </a:p>
          <a:p>
            <a:endParaRPr/>
          </a:p>
          <a:p>
            <a:r>
              <a:t>Flow Diagram:</a:t>
            </a:r>
          </a:p>
          <a:p>
            <a:r>
              <a:t>Reviews code quality, maintainability, best practices, and pull request readiness.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&amp; Code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Generates features, modules, APIs, and code from requirements.</a:t>
            </a:r>
          </a:p>
          <a:p>
            <a:endParaRPr/>
          </a:p>
          <a:p>
            <a:r>
              <a:t>Flow Diagram:</a:t>
            </a:r>
          </a:p>
          <a:p>
            <a:r>
              <a:t>Generates features, modules, APIs, and code from requirements.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repository metrics, total files, total lines, extension distribution, and usage statistics.</a:t>
            </a:r>
          </a:p>
          <a:p>
            <a:endParaRPr/>
          </a:p>
          <a:p>
            <a:r>
              <a:t>Flow Diagram:</a:t>
            </a:r>
          </a:p>
          <a:p>
            <a:r>
              <a:t>Shows repository metrics, total files, total lines, extension distribution, and usage statistics.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Exports analysis and reports in PDF, DOCX, and TXT formats.</a:t>
            </a:r>
          </a:p>
          <a:p>
            <a:endParaRPr/>
          </a:p>
          <a:p>
            <a:r>
              <a:t>Flow Diagram:</a:t>
            </a:r>
          </a:p>
          <a:p>
            <a:r>
              <a:t>Exports analysis and reports in PDF, DOCX, and TXT formats.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Repository → Clone → Scan → Index → RAG → AI Agents → Dashboard → Reports.</a:t>
            </a:r>
          </a:p>
          <a:p>
            <a:endParaRPr/>
          </a:p>
          <a:p>
            <a:r>
              <a:t>Flow Diagram:</a:t>
            </a:r>
          </a:p>
          <a:p>
            <a:r>
              <a:t>Repository → Clone → Scan → Index → RAG → AI Agents → Dashboard → Reports.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15+ AI Agents, Dual UI, RAG Integration. Future: OpenAI, Docker, CI/CD, Cloud Deployment.</a:t>
            </a:r>
          </a:p>
          <a:p>
            <a:endParaRPr/>
          </a:p>
          <a:p>
            <a:r>
              <a:t>Flow Diagram:</a:t>
            </a:r>
          </a:p>
          <a:p>
            <a:r>
              <a:t>15+ AI Agents, Dual UI, RAG Integration. Future: OpenAI, Docker, CI/CD, Cloud Deployment.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Software Engineer Agent improves repository understanding and software engineering productivity.</a:t>
            </a:r>
          </a:p>
          <a:p>
            <a:endParaRPr/>
          </a:p>
          <a:p>
            <a:r>
              <a:t>Flow Diagram:</a:t>
            </a:r>
          </a:p>
          <a:p>
            <a:r>
              <a:t>AI Software Engineer Agent improves repository understanding and software engineering productivity.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930</Words>
  <Application>Microsoft Office PowerPoint</Application>
  <PresentationFormat>On-screen Show (4:3)</PresentationFormat>
  <Paragraphs>142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Arial Rounded MT Bold</vt:lpstr>
      <vt:lpstr>Calibri</vt:lpstr>
      <vt:lpstr>Office Theme</vt:lpstr>
      <vt:lpstr>AI SOFTWARE ENGINEER AGENT</vt:lpstr>
      <vt:lpstr>Table of Contents</vt:lpstr>
      <vt:lpstr>Introduction</vt:lpstr>
      <vt:lpstr>Problem Statement</vt:lpstr>
      <vt:lpstr>Existing System</vt:lpstr>
      <vt:lpstr>Proposed System</vt:lpstr>
      <vt:lpstr>Objectives</vt:lpstr>
      <vt:lpstr>Technology Stack</vt:lpstr>
      <vt:lpstr>System Architecture</vt:lpstr>
      <vt:lpstr>High Level Design</vt:lpstr>
      <vt:lpstr>Repository Analysis Module</vt:lpstr>
      <vt:lpstr>RAG Module</vt:lpstr>
      <vt:lpstr>Code Explainer Agent</vt:lpstr>
      <vt:lpstr>Documentation Generator</vt:lpstr>
      <vt:lpstr>Bug Finder &amp; Unit Tests</vt:lpstr>
      <vt:lpstr>Refactoring Agent</vt:lpstr>
      <vt:lpstr>Advanced Code Intelligence</vt:lpstr>
      <vt:lpstr>Security Analyzer</vt:lpstr>
      <vt:lpstr>Code Review &amp; PR Review</vt:lpstr>
      <vt:lpstr>Feature &amp; Code Generator</vt:lpstr>
      <vt:lpstr>Dashboard</vt:lpstr>
      <vt:lpstr>Export Reports</vt:lpstr>
      <vt:lpstr>Project Workflow</vt:lpstr>
      <vt:lpstr>Results &amp; Future Scope</vt:lpstr>
      <vt:lpstr>Conclusion &amp;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Srinath Satya</cp:lastModifiedBy>
  <cp:revision>2</cp:revision>
  <dcterms:created xsi:type="dcterms:W3CDTF">2013-01-27T09:14:16Z</dcterms:created>
  <dcterms:modified xsi:type="dcterms:W3CDTF">2026-06-25T11:46:05Z</dcterms:modified>
  <cp:category/>
</cp:coreProperties>
</file>